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Ecommerce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5C62"/>
                </a:solidFill>
              </a:defRPr>
            </a:pPr>
            <a:r>
              <a:t>Full-Stack Demonstration | Professional Edition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486400" cy="914400"/>
          </a:xfrm>
          <a:prstGeom prst="round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College Project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10927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0607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1618"/>
                </a:solidFill>
              </a:defRPr>
            </a:pPr>
            <a:r>
              <a:t>College: Mohamed Sathak College of Arts &amp; Science</a:t>
            </a:r>
          </a:p>
          <a:p>
            <a:pPr>
              <a:defRPr sz="2000">
                <a:solidFill>
                  <a:srgbClr val="161618"/>
                </a:solidFill>
              </a:defRPr>
            </a:pPr>
            <a:r>
              <a:t>Student: Shalani | Roll No: 24MCAG001</a:t>
            </a:r>
          </a:p>
          <a:p>
            <a:pPr>
              <a:defRPr sz="1800">
                <a:solidFill>
                  <a:srgbClr val="5C5C62"/>
                </a:solidFill>
              </a:defRPr>
            </a:pPr>
            <a:r>
              <a:t>Department: MCA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Presentation Outline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1. Problem Statement &amp; Objectives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2. Technology Architecture &amp; Design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3. Frontend Implementation Details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4. Backend &amp; API Design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5. Database Schema &amp; Models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6. Security &amp; Authentication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7. Checkout &amp; COD Flow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8. Testing, Results &amp;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Market Need: Lack of modular, well-documented ecommerce solutions for learning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Academic Gap: Students need real-world full-stack project with clear architecture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Business Need: Simplified COD payment model for MVP reliability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Technical Need: Clean separation of concerns (frontend, admin, backend)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Presentation Need: Professional documentation and viva-ready 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Project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Functional Goals: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Build responsive customer interface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Implement admin panel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Design secure backend APIs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Enable complete order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Quality Goals: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Professional architecture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Comprehensive documentation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Security best practices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Ready for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Frontend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Framework &amp; Build</a:t>
            </a:r>
            <a:r>
              <a:rPr dirty="0"/>
              <a:t>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React 18+ (Hooks-based)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Vite (Fast HMR/bundling)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Tailwind CSS (Utility-first)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React Router v6 (Client navigation)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Libraries &amp; Tools: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Axios (HTTP client)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Context API (State </a:t>
            </a:r>
            <a:r>
              <a:rPr dirty="0" err="1"/>
              <a:t>mgmt</a:t>
            </a:r>
            <a:r>
              <a:rPr dirty="0"/>
              <a:t>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React </a:t>
            </a:r>
            <a:r>
              <a:rPr dirty="0" err="1"/>
              <a:t>Toastify</a:t>
            </a:r>
            <a:r>
              <a:rPr dirty="0"/>
              <a:t> (Notifications)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</a:t>
            </a:r>
            <a:r>
              <a:rPr dirty="0" err="1"/>
              <a:t>npm</a:t>
            </a:r>
            <a:r>
              <a:rPr dirty="0"/>
              <a:t>/yarn (Package manager)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Backend &amp; Database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Backend Runtime: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Node.js 18+ LTS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Express.js (Minimal framework)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Mongoose ODM (Schema validation)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JWT (Token-based auth)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Infrastructure: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MongoDB (Document database)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Multer (File uploads)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bcrypt (Password hashing)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Environment variables (.env)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Three-Tier Separation: Customer Frontend | Admin Panel | Shared Backend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API-First Design: Both clients communicate via REST endpoints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Stateless Authentication: JWT tokens for session management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Database Layer: MongoDB with schema validation via Mongoose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Scalability Path: Ready for microservices, caching, and load balancing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1E1E22"/>
                </a:solidFill>
              </a:defRPr>
            </a:pPr>
            <a:r>
              <a:t>System Architecture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rchitectu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553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Client-Service-Database model: Frontend and Admin clients consume unified backend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Frontend Module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Product Discovery: Search, filter by category, price range sorting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Product Details: Full specs, images, size/color variants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Shopping Cart: Add/remove, quantity management, persistent storage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Checkout: Address entry, order review, COD confirmation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Order Tracking: History view, status updates, delivery confirmation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Admin Module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Product Management: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Add new products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Edit product details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Remove/archive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Bulk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Order Management: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View all orders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Update status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Track fulfillment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Backend API Organization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User Routes: /api/user (register, login, profile)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Product Routes: /api/product (add, list, fetch, delete)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Cart Routes: /api/cart (add, remove, fetch, clear)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Order Routes: /api/order (place, list, update status, user orders)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Admin Routes: /api/admin (dashboard, analytics, reports)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MongoDB Collections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User Schema: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ID, Email, Password Hash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Name, Address, Phone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Cart Array (Items)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Auth Tokens, Timestamps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Product Schema: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ID, Name, Category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Price, Description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Images Array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Sizes, Stock Level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Order &amp; Payment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Order Schema: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User Reference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Items Array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Delivery Address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Order Date &amp;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Payment Flow: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Payment Method: COD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Status Transitions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Date Tracking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Admin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JWT Implementation: Secure token generation and verification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Password Security: bcrypt hashing with salt rounds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Role-Based Access: Customer vs Admin vs Public routes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Middleware Protection: Auth middleware on protected endpoints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Environment Secrets: Credentials via .env files, never hardcoded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Cash On Delivery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1: Customer reviews cart items and prices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2: Enter delivery address and phone number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3: Confirm order submission (no payment gateway call)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4: Backend validates and creates order document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5: Cart cleared, order appears in history and admin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Order Processing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rd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664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COD checkout simplified: No external gateway, single backend endpoint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Admin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dm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553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Admin authentication and operational monitoring lifecycle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Dataset &amp;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Total Products: 52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Price Range: ₹250 - ₹860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Average Price: ₹547.69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Categories: Men, Women, Kids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Ready for realistic catalog simulation and viva discussion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Security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HTTPS/TLS: Encrypted data transmission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CORS Configuration: Controlled cross-origin requests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Input Validation: Sanitize all user inputs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SQL Injection Prevention: Mongoose parameterized queries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Recommended Additions: Helmet.js, rate limiting, audit logging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Deployment &amp; 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Local Development: Separate npm processes (backend:4000, frontend/admin via Vite)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Environment Configuration: .env files per deployment stage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Database: MongoDB Atlas cloud or local community edition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Future Scale: Containerization (Docker), CI/CD pipeline, load balancing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Uptime: Monitoring and alerting infrastructure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Project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Complete Features: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User authentication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Product catalog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Shopping cart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Order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Quality Marks: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Clean code structure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Security hardened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Well documented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✓ Production-ready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Viva Q&amp;A: Why COD-Only?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Simplicity: Single payment pathway reduces complexity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Stability: No dependency on third-party payment gateway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MVP Approach: Focuses on core ecommerce logic, not payment integration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Academic Clarity: Demonstrates order pipeline without payment noise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Future Ready: Payment gateways can be reintroduced in Phase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Viva Q&amp;A: Security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Admin Credentials: Stored as environment variables, not in code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JWT Tokens: Issued on login, verified on protected routes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Password Storage: bcrypt hashing prevents plaintext exposure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CORS Policy: Controls which domains can access our API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Rate Limiting: (Recommended) Prevents brute-force attacks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1E1E22"/>
                </a:solidFill>
              </a:defRPr>
            </a:pPr>
            <a:r>
              <a:t>Viva Q&amp;A: Cart Synchronization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Local Storage: Frontend maintains cart in browser for UI responsiveness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Database Sync: Cart array persisted in user document on backend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Authentication: Logged-in users sync via API /api/cart endpoints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Guest Checkout: Local-only cart without account required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Consistency: Backend is source of truth for finalized orders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Viva Q&amp;A: Scaling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Database: MongoDB replica sets for read scaling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Caching: Redis layer for product catalog and hot data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Microservices: Split into payment, inventory, notification services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Load Balancing: Nginx/HAProxy across multiple node instances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Monitoring: Prometheus + Grafana for performance tracking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Challenges Addressed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Technical: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State management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Real-time updates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Data consistency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Solutions: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Context API for state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WebSocket readiness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Transaction logs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Graceful degradation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Development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1 (Backend): Database design, API development, testing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2 (Frontend): UI components, integration, cart logic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3 (Admin): Dashboard, product management, order tracking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4 (Documentation): API docs, setup guide, viva materials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5 (Deployment): Testing, security audit, launch readiness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Roadmap &amp;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Short-term: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Payment gateway integration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Inventory alerts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Email notifications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User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b="1" dirty="0"/>
              <a:t>Long-term: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Analytics dashboard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Coupon system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Recommendation engine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rPr dirty="0"/>
              <a:t>• Mobile 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Project 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tIns="101600" r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Complete full-stack ecommerce solution with production-quality code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Professional documentation suitable for academic evaluation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Security-hardened with best practices from OWASP guidelines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Scalable architecture ready for enhancement and deployment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Ready for viva presentation and real-world deployment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1E22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A5A5A"/>
                </a:solidFill>
              </a:defRPr>
            </a:pPr>
            <a:r>
              <a:t>Questions &amp; Discussion</a:t>
            </a:r>
            <a:br/>
            <a:r>
              <a:t>Shalani | Mohamed Sathak College of Arts &amp;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1328</Words>
  <Application>Microsoft Office PowerPoint</Application>
  <PresentationFormat>Widescreen</PresentationFormat>
  <Paragraphs>212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Geetha Geetha</cp:lastModifiedBy>
  <cp:revision>2</cp:revision>
  <dcterms:created xsi:type="dcterms:W3CDTF">2013-01-27T09:14:16Z</dcterms:created>
  <dcterms:modified xsi:type="dcterms:W3CDTF">2026-03-22T12:24:20Z</dcterms:modified>
  <cp:category/>
</cp:coreProperties>
</file>