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Ecommerce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C5C62"/>
                </a:solidFill>
              </a:defRPr>
            </a:pPr>
            <a:r>
              <a:t>Academic Viva Presentation | Professional Edition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486400" cy="914400"/>
          </a:xfrm>
          <a:prstGeom prst="round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College Project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10927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607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1618"/>
                </a:solidFill>
              </a:defRPr>
            </a:pPr>
            <a:r>
              <a:t>College: Mohamed Sathak College of Arts &amp; Science</a:t>
            </a:r>
          </a:p>
          <a:p>
            <a:pPr>
              <a:defRPr sz="2000">
                <a:solidFill>
                  <a:srgbClr val="161618"/>
                </a:solidFill>
              </a:defRPr>
            </a:pPr>
            <a:r>
              <a:t>Student: Shalini | Roll No: 24MCAG001</a:t>
            </a:r>
          </a:p>
          <a:p>
            <a:pPr>
              <a:defRPr sz="1800">
                <a:solidFill>
                  <a:srgbClr val="5C5C62"/>
                </a:solidFill>
              </a:defRPr>
            </a:pPr>
            <a:r>
              <a:t>Department: MCA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Presentation Outline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1. Problem Statement &amp; Objectives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2. Technology Architecture &amp; Design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3. Frontend Implementation Details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4. Backend &amp; API Design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5. Database Schema &amp; Models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6. Security &amp; Authentication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7. Checkout &amp; COD Flow</a:t>
            </a:r>
          </a:p>
          <a:p>
            <a:pPr>
              <a:lnSpc>
                <a:spcPct val="112000"/>
              </a:lnSpc>
              <a:spcAft>
                <a:spcPts val="400"/>
              </a:spcAft>
              <a:defRPr sz="1800">
                <a:solidFill>
                  <a:srgbClr val="161618"/>
                </a:solidFill>
              </a:defRPr>
            </a:pPr>
            <a:r>
              <a:t>8. Testing, Results &amp;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Learning Need: A complete, production-style full-stack implementation for academic evaluation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Architecture Need: Clear separation of concerns across frontend, admin, and backend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Operational Need: Stable COD-first checkout for reliable demonstrations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Documentation Need: Structured technical report and viva-ready presentation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Scalability Need: Foundation that can evolve toward payment gateways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Functional Goals: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Build responsive customer interface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Implement admin panel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Design secure backend APIs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Enable complete order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Quality Goals: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Professional architecture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Comprehensive documentation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Security best practices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Ready for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Frontend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Framework &amp; Build: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React 18+ (Hooks-based)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Vite (Fast HMR/bundling)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Tailwind CSS (Utility-first)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React Router v6 (Client navigation)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Libraries &amp; Tools: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Axios (HTTP client)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Context API (State mgmt)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React Toastify (Notifications)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npm/yarn (Package manager)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Backend &amp; Database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Backend Runtime: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Node.js 18+ LTS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Express.js (Minimal framework)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Mongoose ODM (Schema validation)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JWT (Token-based 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Infrastructure: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MongoDB (Document database)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Multer (File uploads)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bcrypt (Password hashing)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Environment variables (.env)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Three-Tier Separation: Customer Frontend | Admin Panel | Shared Backend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API-First Design: Both clients communicate via REST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Stateless Authentication: JWT tokens for session management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 Layer: MongoDB with schema validation via Mongoose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Scalability Path: Ready for microservices, caching, and load balancing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1E1E22"/>
                </a:solidFill>
              </a:defRPr>
            </a:pPr>
            <a:r>
              <a:t>System Architecture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553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Client-Service-Database model: Frontend and Admin clients consume unified backend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Frontend Module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Discovery: Search, filter by category, price range sorting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Details: Full specs, images, size/color variants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Shopping Cart: Add/remove, quantity management, persistent storage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Checkout: Address entry, order review, COD confirmation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Order Tracking: History view, status updates, delivery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Admin Module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Product Management: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Add new products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Edit product details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Remove/archive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Bulk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Order Management: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View all orders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Update status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Track fulfillment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Backend API Organization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User Routes: /api/user (register, login, admin login)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Product Routes: /api/product (add, list, remove, single)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Cart Routes: /api/cart (add, get, update)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Order Routes: /api/order (place, list, status, userorders)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Route-level middleware enforces auth and admin access controls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Backend Module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ckend_modu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6090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Express route -&gt; controller -&gt; middleware -&gt; model pipeline with MongoDB persistence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MongoDB Collections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User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ID, Email, Password Hash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Name, Address, Phone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Cart Array (Items)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Auth Tokens, Timestamps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Product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ID, Name, Category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Price, Description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Images Array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Sizes, Stock Level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Order &amp; Payment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Order Schema: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User Reference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Items Array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Delivery Address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Order Date &amp;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Payment Flow: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Payment Method: COD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Status Transitions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Date Tracking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Admin Updates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JWT Implementation: Secure token generation and verification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Password Security: bcrypt hashing with salt rounds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Role-Based Access: Customer vs Admin vs Public routes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Middleware Protection: Auth middleware on protected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Environment Secrets: Credentials via .env files, never hardcoded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Authentication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664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Credential validation, JWT issuance, and middleware-based access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Cash On Delivery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1: Customer reviews cart items and prices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2: Enter delivery address and phone number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3: Confirm order submission (no payment gateway call)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4: Backend validates and creates order document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Step 5: Cart cleared, order appears in history and admin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Order Processing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rd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664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COD checkout simplified: No external gateway, single backend endpoint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Admin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553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Admin authentication and operational monitoring lifecycle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Product Lifecycle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_lifecyc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6090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Admin add/update actions reflected in catalog API responses and storefront rendering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Application UI - Home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o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79799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Home page layout used in the customer storefront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Application UI -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4241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115003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62"/>
                </a:solidFill>
              </a:defRPr>
            </a:pPr>
            <a:r>
              <a:t>Collection and filtering interface used in product browsing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Dataset &amp;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Total Products: 52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Price Range: ₹250 - ₹860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Average Price: ₹547.69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Categories: Men, Women, Kids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Ready for realistic catalog simulation and viva discussion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Testing &amp;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Unit Testing: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Form validation logic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Cart calculations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Auth token checks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API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Integration Testing: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API smoke tests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User registration flow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Product listing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Order placement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Security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HTTPS/TLS: Encrypted data transmission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CORS Configuration: Controlled cross-origin requests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Input Validation: Sanitize all user inputs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NoSQL Injection Mitigation: Validate and sanitize query/body payloads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Recommended Additions: Helmet.js, rate limiting, audit logging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Deployment &amp; 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Local Development: Separate npm processes (backend:4000, frontend/admin via Vite)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Environment Configuration: .env files per deployment stage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Database: MongoDB Atlas cloud or local community edition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Future Scale: Containerization (Docker), CI/CD pipeline, load balancing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Uptime: Monitoring and alerting infrastructure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Complete Features: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User authentication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Product catalog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Shopping cart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Order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Quality Marks: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Clean code structure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Security hardened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Well documented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✓ Production-ready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Why COD-Only?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Simplicity: Single payment pathway reduces complexity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Stability: No dependency on third-party payment gateway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MVP Approach: Focuses on core ecommerce logic, not payment integration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Academic Clarity: Demonstrates order pipeline without payment noise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Future Ready: Payment gateways can be reintroduced in Phase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Security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Admin Credentials: Stored as environment variables, not in code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JWT Tokens: Issued on login, verified on protected routes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Password Storage: bcrypt hashing prevents plaintext exposure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CORS Policy: Controls which domains can access our API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Rate Limiting: (Recommended) Prevents brute-force attacks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1E1E22"/>
                </a:solidFill>
              </a:defRPr>
            </a:pPr>
            <a:r>
              <a:t>Viva Q&amp;A: Cart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Client State: Frontend context updates cart instantly for responsive UX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Server Persistence: Cart data is synchronized through /api/cart endpoints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Authentication: Token-based calls protect user-specific cart data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Consistency: Backend remains the source of truth for order creation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Reliability: Sync after mutations prevents stale cart snapshots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Viva Q&amp;A: Scaling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Database: MongoDB replica sets for read scaling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Caching: Redis layer for product catalog and hot data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Microservices: Split into payment, inventory, notification services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Load Balancing: Nginx/HAProxy across multiple node instances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Monitoring: Prometheus + Grafana for performance tracking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Challenges Addressed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Technical: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State management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Real-time updates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Data consistency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Solutions: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Context API for state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WebSocket readiness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Transaction logs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Graceful degradation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Development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1 (Backend): Database design, API development, testing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2 (Frontend): UI components, integration, cart logic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3 (Admin): Dashboard, product management, order tracking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4 (Documentation): API docs, setup guide, viva materials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Phase 5 (Deployment): Testing, security audit, launch readiness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Roadmap &amp;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Short-term: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Payment gateway integration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Inventory alerts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Email notifications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User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76200"/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Long-term: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Analytics dashboard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Coupon system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Recommendation engine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61618"/>
                </a:solidFill>
              </a:defRPr>
            </a:pPr>
            <a:r>
              <a:t>• Mobile app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1E1E22"/>
                </a:solidFill>
              </a:defRPr>
            </a:pPr>
            <a:r>
              <a:t>Project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C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 lIns="101600" rIns="101600" tIns="101600" bIns="7620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Complete full-stack ecommerce solution with a stable COD-first workflow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Professional documentation suitable for institutional evaluation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Security-aware implementation aligned with OWASP recommendations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Modular architecture ready for iterative enhancements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2000">
                <a:solidFill>
                  <a:srgbClr val="161618"/>
                </a:solidFill>
              </a:defRPr>
            </a:pPr>
            <a:r>
              <a:t>Prepared for viva presentation and guided deployment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103120" cy="45720"/>
          </a:xfrm>
          <a:prstGeom prst="rect">
            <a:avLst/>
          </a:prstGeom>
          <a:solidFill>
            <a:srgbClr val="AD8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1E22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A5A5A"/>
                </a:solidFill>
              </a:defRPr>
            </a:pPr>
            <a:r>
              <a:t>Questions &amp; Discussion</a:t>
            </a:r>
            <a:br/>
            <a:r>
              <a:t>Shalini | Mohamed Sathak College of Arts &amp;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